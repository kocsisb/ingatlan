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3B429-80AA-5E7C-0DA4-C8CA6AE217C9}" v="174" dt="2025-04-13T18:19:06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2025. 04. 13.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800" dirty="0">
                <a:latin typeface="Arial Black"/>
              </a:rPr>
              <a:t>Ingatlan Közvetítő</a:t>
            </a:r>
            <a:endParaRPr lang="hu-HU" sz="4800" dirty="0"/>
          </a:p>
          <a:p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27F6FBB-7C7D-4996-1CA5-1AD0C5AF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       Főoldal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D0EFE7-2DE4-0D70-CC53-9191BFC4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6295D49-A26D-CFB3-3BEE-3DFDEF48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458" y="1566072"/>
            <a:ext cx="7392009" cy="351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43A30F-64A9-CC85-D517-BDC5C34F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       Eladó Házak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53AF2DE-2D4C-FD37-B6F5-3473B8E2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ház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CAE71F2-F1B3-B111-1AC6-F6AF2306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284" y="1705294"/>
            <a:ext cx="7071749" cy="33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2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AD35FC-BCB1-7D9E-3033-9BA2690F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     Bejelentkezés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241CD4-BDA8-750A-F39C-D31B71798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72D831DB-5D4F-A4BB-CEB3-25E343263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240" y="1481074"/>
            <a:ext cx="7314706" cy="353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3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890638-A809-314E-ED88-3144B7DF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      Regisztráció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BCC9B9-E1BC-38B8-9D42-3F36C1283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5BAFF43D-900C-74CC-8D63-10A67E429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849" y="1447944"/>
            <a:ext cx="7182184" cy="34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6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8FDE132-EFFD-112F-83B5-8312C232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Munkatársaink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79CEE6-B210-850A-D82B-12306D93E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AD3143B5-8B38-FA38-525F-F44051ED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66" y="1407120"/>
            <a:ext cx="7612880" cy="369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8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8054DFA-23F7-226A-645E-0400B53D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Eladó Ház Hozzáadása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68174C-9415-F5F7-DB31-88C816BB9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képernyő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A2B80A09-39F1-11B6-4D8E-237C7376C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66" y="1675512"/>
            <a:ext cx="7303662" cy="35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0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7E9BE2-34B0-6298-066F-07513704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Felhasználói Profil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68BCC1-62B0-840B-090F-7FC2C3304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6063EDC0-2416-0D1A-99B9-B6B0C90F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372" y="1720681"/>
            <a:ext cx="7027574" cy="33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8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97C13D-C710-9364-3B0E-3D963F6D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Profil Módosítása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DB4C19-FA6B-6BA0-475D-4ADA0673F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4" name="Tartalom helye 3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D0B7BA50-4CFE-00AD-5432-AA6DD4F3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971331"/>
            <a:ext cx="6155141" cy="293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0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Office-téma</vt:lpstr>
      <vt:lpstr>Ingatlan Közvetítő </vt:lpstr>
      <vt:lpstr>       Főoldal</vt:lpstr>
      <vt:lpstr>       Eladó Házak</vt:lpstr>
      <vt:lpstr>     Bejelentkezés</vt:lpstr>
      <vt:lpstr>      Regisztráció</vt:lpstr>
      <vt:lpstr>Munkatársaink</vt:lpstr>
      <vt:lpstr>Eladó Ház Hozzáadása</vt:lpstr>
      <vt:lpstr>Felhasználói Profil</vt:lpstr>
      <vt:lpstr>Profil Módosítása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</cp:revision>
  <dcterms:created xsi:type="dcterms:W3CDTF">2025-04-12T15:34:56Z</dcterms:created>
  <dcterms:modified xsi:type="dcterms:W3CDTF">2025-04-13T18:24:10Z</dcterms:modified>
</cp:coreProperties>
</file>